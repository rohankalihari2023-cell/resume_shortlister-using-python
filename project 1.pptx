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031F-593B-5C7C-9F94-A24FAE139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70012-B518-AA73-B866-CD771AEBE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0B89A-D354-8F47-C284-4D195F33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142C4-57F9-1B57-1C7E-73AE6A15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5D4C9-14FE-0CDF-A88C-7316FF9D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723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8543-A70F-A0F8-13D2-06AA1BD3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D9ED9-B9E9-2FA3-DA71-2FA31ED6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F9183-8760-B09B-0FA7-15175738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8D4D5-BED5-04F6-9F72-FFF7BA3D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17618-301E-42C3-09A2-8EED454F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0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A95D-8A7B-522F-93DF-F2913558E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9132A-2129-E9B1-4D58-6F90FF847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FE77F-E6C4-E676-6D14-904D2286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C005F-CC83-A97C-0676-661DF9843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46C95-7D74-6CA2-EA45-8B4D07AD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40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DBD2-1496-6199-5C74-CA5F020E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3F0FF-CC53-FAC5-FFC2-D68F68FB3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00D40-6971-E2BE-5247-94AD29631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8D921-66C4-2EC9-9B14-FF72F608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9392B-C305-3B3D-1A77-5357232C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1DB41-DABE-0C21-3C91-2D792E90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627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49CA-65F6-E26D-901E-1E9D9685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DD76A-13D5-C25B-401E-59391C0B3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C7194-E8CD-437A-9302-81EC3CDD2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AF40D-4D7E-B914-557A-FEA51FD70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26CC6-1AEA-EAE5-7D9E-075A0BF9E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CF367-FA1F-42B3-BC7F-36FF6537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05769-8CDA-333D-DB58-B01E3276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44872-3396-05E8-B384-DC17E092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88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5F73-C711-243D-051A-26B0A11E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E777A-7C58-86D2-278A-C923105C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4F061-DAB7-7520-103C-60EFBEF4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1B784-13B6-2BBA-D17A-25951C59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041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8BCBA-3874-ADEE-B128-154664466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41FCFC-B641-DE55-03BA-27596E07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EAA28-8DCB-5F6C-71B3-F150861A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83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7E3C-F4D1-0F9D-D5C6-D5C18F12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75E51-E338-F46E-3085-40602F207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8D9C0-A7A6-880A-25C5-7F8355119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84A05-8845-FD19-D404-1D610A55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68056-A79D-AF98-65DC-9DD2B021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D90AC-F1E7-ECF5-CD98-30F9CBA2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9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DE40-79AB-598E-B7A2-51928BD0E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E2FA4-E939-62FC-6A5F-E043FA3AB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E44BA-5524-AB39-BE22-332AEC800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622A8-5624-5C4B-A94A-153EC15D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D35BF-07BD-33DB-324E-E490E5EF1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6F119-65BE-843C-DFA8-5E6A0B117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8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B5EF-7725-0DD3-AE04-D5A027AF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09E4E-5E10-C165-6C1B-96B91011C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F35E2-C3C4-AF89-3047-2B813060D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6A986-B8E2-F06B-741B-BAC1C190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66607-D3C0-4720-ABB0-4793ABB1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81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E4C7F-4C8C-9862-8454-BED97B7ED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7E91A-B155-F0F3-3A0C-B9C6EC010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6A886-A90C-5766-ADA0-D85D9F80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D864B-EE5E-BEA0-4C77-6F9A5584C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FD79F-2635-0CA8-B9C7-02D19ED5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668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8BEC3-AA80-F3CF-C3E8-4138D35FB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F72B9-C105-E25F-7969-770CEBA3A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F1D51-C572-B558-FED5-BB2E2DAD6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13629-4FED-4E03-B364-8B67BACCBCB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D1B78-B9B6-286E-4DEA-D4ED583BE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E55C3-C460-3D77-6B0E-D3C324ABA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2197D-9024-40CD-AA34-88CFDE940D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6245-0E68-C5B1-EB97-1B8C1E46A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IN" sz="1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B3083-158F-0D89-7A8A-87E23E94B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432873" y="499621"/>
            <a:ext cx="13232304" cy="4213781"/>
          </a:xfrm>
        </p:spPr>
        <p:txBody>
          <a:bodyPr/>
          <a:lstStyle/>
          <a:p>
            <a:r>
              <a:rPr lang="en-IN" dirty="0"/>
              <a:t>First page of RESUME_SHORTLISTER where we upload resumes as PDF/DOCS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95F65-8082-00E6-A640-4B9A2462F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32" y="1075996"/>
            <a:ext cx="10837899" cy="528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7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FD99-CE84-9237-D244-FC27DB5D9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Next page after uploading a resume ,criteria can be change from backend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if resume not match </a:t>
            </a:r>
            <a:r>
              <a:rPr lang="en-IN" sz="2400" dirty="0" err="1"/>
              <a:t>critera</a:t>
            </a:r>
            <a:r>
              <a:rPr lang="en-IN" sz="2400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EB67F3-D989-966B-92DF-076969FBB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116" y="2141537"/>
            <a:ext cx="7417211" cy="4351338"/>
          </a:xfrm>
        </p:spPr>
      </p:pic>
    </p:spTree>
    <p:extLst>
      <p:ext uri="{BB962C8B-B14F-4D97-AF65-F5344CB8AC3E}">
        <p14:creationId xmlns:p14="http://schemas.microsoft.com/office/powerpoint/2010/main" val="226748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A6D42-A465-B35D-3716-89E4060D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If criteria matched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4AAA11-BF56-E387-941E-8386659A3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346" y="1338606"/>
            <a:ext cx="6815580" cy="5024487"/>
          </a:xfrm>
        </p:spPr>
      </p:pic>
    </p:spTree>
    <p:extLst>
      <p:ext uri="{BB962C8B-B14F-4D97-AF65-F5344CB8AC3E}">
        <p14:creationId xmlns:p14="http://schemas.microsoft.com/office/powerpoint/2010/main" val="209256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CF59-BCCF-AEB7-35EC-8C77B1F2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For HR view – HR dashboard</a:t>
            </a:r>
            <a:br>
              <a:rPr lang="en-IN" sz="2400" dirty="0"/>
            </a:br>
            <a:r>
              <a:rPr lang="en-IN" sz="2400" dirty="0"/>
              <a:t>only shortlisted resume will be shown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642E2-68CC-AA01-7794-34459191D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375" y="1825625"/>
            <a:ext cx="9165250" cy="4351338"/>
          </a:xfrm>
        </p:spPr>
      </p:pic>
    </p:spTree>
    <p:extLst>
      <p:ext uri="{BB962C8B-B14F-4D97-AF65-F5344CB8AC3E}">
        <p14:creationId xmlns:p14="http://schemas.microsoft.com/office/powerpoint/2010/main" val="281957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Next page after uploading a resume ,criteria can be change from backend  if resume not match critera </vt:lpstr>
      <vt:lpstr>If criteria matched</vt:lpstr>
      <vt:lpstr>For HR view – HR dashboard only shortlisted resume will be shown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kalihari</dc:creator>
  <cp:lastModifiedBy>Poonam kalihari</cp:lastModifiedBy>
  <cp:revision>1</cp:revision>
  <dcterms:created xsi:type="dcterms:W3CDTF">2025-11-17T07:51:26Z</dcterms:created>
  <dcterms:modified xsi:type="dcterms:W3CDTF">2025-11-17T07:51:26Z</dcterms:modified>
</cp:coreProperties>
</file>